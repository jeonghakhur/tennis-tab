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맑은 고딕"/>
              </a:defRPr>
            </a:pPr>
            <a:r>
              <a:t>테니스를 더 쉽고, 더 즐겁게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1F2037"/>
                </a:solidFill>
                <a:latin typeface="맑은 고딕"/>
              </a:defRPr>
            </a:pPr>
            <a:r>
              <a:t>Tennis-Tab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7280"/>
                </a:solidFill>
                <a:latin typeface="맑은 고딕"/>
              </a:defRPr>
            </a:pPr>
            <a:r>
              <a:t>대회 참가부터 클럽 활동, 레슨 관리까지</a:t>
            </a:r>
            <a:br/>
            <a:r>
              <a:t>테니스에 필요한 모든 것을 한곳에서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5029200"/>
            <a:ext cx="982980" cy="347472"/>
          </a:xfrm>
          <a:prstGeom prst="roundRect">
            <a:avLst>
              <a:gd name="adj" fmla="val 4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대회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63340" y="5029200"/>
            <a:ext cx="982980" cy="347472"/>
          </a:xfrm>
          <a:prstGeom prst="roundRect">
            <a:avLst>
              <a:gd name="adj" fmla="val 4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클럽 운영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5029200"/>
            <a:ext cx="667512" cy="347472"/>
          </a:xfrm>
          <a:prstGeom prst="roundRect">
            <a:avLst>
              <a:gd name="adj" fmla="val 4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레슨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152" y="5029200"/>
            <a:ext cx="877824" cy="347472"/>
          </a:xfrm>
          <a:prstGeom prst="roundRect">
            <a:avLst>
              <a:gd name="adj" fmla="val 4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커뮤니티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3136" y="5029200"/>
            <a:ext cx="1088136" cy="347472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AI 도우미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2037"/>
                </a:solidFill>
                <a:latin typeface="맑은 고딕"/>
              </a:defRPr>
            </a:pPr>
            <a:r>
              <a:t>한눈에 보는 주요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087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🏆  대회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대회 개설부터 마감까지 전 과정 관리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단식 · 복식 · 단체전 모두 지원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자동 대진표 생성 (조편성 → 토너먼트)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참가 신청 &amp; 온라인 결제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5087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🎾  클럽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4884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우리 클럽만의 공간 생성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회원 가입 · 관리 · 역할 설정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정기 모임 일정 &amp; 참석 관리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모임별 자동 대진 &amp; 경기 결과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37160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60" y="15087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6916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📚  레슨 시스템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4884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코치 프로필 &amp; 레슨 프로그램 등록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수준별 맞춤 레슨 (입문~고급)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수강 신청 &amp; 일정 예약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출석 관리 &amp; 월별 결제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3383280" cy="201168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2519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💬  커뮤니티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8920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공지 · 자유 · 정보 · 대회후기 게시판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사진 · 파일 첨부, 댓글, 좋아요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114800"/>
            <a:ext cx="3383280" cy="20116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42519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434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🤖  AI 도우미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8920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대화로 대회 검색 &amp; 참가 신청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궁금한 점은 챗봇에게 바로 질문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114800"/>
            <a:ext cx="3383280" cy="201168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60" y="42519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4434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🔔  알림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48920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참가 승인 · 대진표 발표 등 실시간 알림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카카오 알림톡으로도 받아보기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2037"/>
                </a:solidFill>
                <a:latin typeface="맑은 고딕"/>
              </a:defRPr>
            </a:pPr>
            <a:r>
              <a:t>🏆  대회 — 개설부터 시상까지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맑은 고딕"/>
              </a:defRPr>
            </a:pPr>
            <a:r>
              <a:t>대회 진행 흐름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4420" cy="4572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대회 개설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4228" y="171907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1700" y="1737360"/>
            <a:ext cx="1074420" cy="457200"/>
          </a:xfrm>
          <a:prstGeom prst="roundRect">
            <a:avLst>
              <a:gd name="adj" fmla="val 15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참가 모집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71907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1074420" cy="45720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모집 마감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4588" y="171907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2060" y="1737360"/>
            <a:ext cx="1179576" cy="457200"/>
          </a:xfrm>
          <a:prstGeom prst="roundRect">
            <a:avLst>
              <a:gd name="adj" fmla="val 1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대진표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924" y="171907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7396" y="1737360"/>
            <a:ext cx="1074420" cy="45720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경기 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0104" y="171907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6" y="1737360"/>
            <a:ext cx="1284732" cy="457200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시상 &amp;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468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맑은 고딕"/>
              </a:defRPr>
            </a:pPr>
            <a:r>
              <a:t>참가 신청 과정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1074420" cy="457200"/>
          </a:xfrm>
          <a:prstGeom prst="roundRect">
            <a:avLst>
              <a:gd name="adj" fmla="val 15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대회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4228" y="290779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71700" y="2926080"/>
            <a:ext cx="1600200" cy="457200"/>
          </a:xfrm>
          <a:prstGeom prst="roundRect">
            <a:avLst>
              <a:gd name="adj" fmla="val 1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부서 · 종목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0188" y="290779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37660" y="2926080"/>
            <a:ext cx="1389888" cy="45720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선수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5836" y="290779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3308" y="2926080"/>
            <a:ext cx="1179576" cy="4572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참가비 결제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91172" y="290779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38644" y="2926080"/>
            <a:ext cx="1179576" cy="45720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신청 완료!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49039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3886199"/>
            <a:ext cx="45720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06907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📊  대진표 자동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26279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드래그 &amp; 드롭으로 조편성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예선 조별리그 → 본선 토너먼트 자동 연결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128강부터 결승까지 자동 배치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3 · 4위전 선택 가능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경기 결과 입력 시 다음 라운드 자동 반영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749039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3886199"/>
            <a:ext cx="45720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406907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🎾  다양한 경기 형식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526279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개인전 단식 — 1:1 경기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개인전 복식 — 파트너와 함께 참가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단체전 단식 — 팀 대표 선수들의 개인 경기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단체전 복식 — 팀 대표 조합의 복식 경기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세트별 출전 선수 배정 &amp; 점수 기록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2037"/>
                </a:solidFill>
                <a:latin typeface="맑은 고딕"/>
              </a:defRPr>
            </a:pPr>
            <a:r>
              <a:t>🎾  클럽 — 우리만의 테니스 공간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4572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🏠  클럽 만들기 &amp; 회원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누구나 클럽을 만들고 회원을 초대할 수 있어요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자유 가입 · 승인제 · 초대 전용 중 선택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운영자 · 관리자 · 일반 회원 역할 구분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지역별로 가까운 클럽 검색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소속 협회와 연결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2801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📅  정기 모임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모임 일정 등록 &amp; 참석 여부 확인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성별 · 시간대 고려한 자동 대진 편성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단식 · 남복 · 여복 · 혼복 모두 지원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외부 게스트도 참여 가능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점수 이견 시 관리자가 최종 판정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41605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343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📊  경기 기록 &amp; 통계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006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모임별 경기 결과 자동 저장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회원별 승률 · 전적 · 출석률 확인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최근 경기 이력 한눈에 보기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클럽 내 랭킹으로 재미있는 경쟁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0233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0" y="41605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343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👤  회원 프로필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8006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개인 전적 페이지에서 통산 기록 확인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소속 클럽별 경기 이력 분리 표시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수상 기록 모아보기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내 활동 내역 한곳에서 관리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2037"/>
                </a:solidFill>
                <a:latin typeface="맑은 고딕"/>
              </a:defRPr>
            </a:pPr>
            <a:r>
              <a:t>📚  레슨 — 체계적인 테니스 교육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👨‍🏫  코치 &amp; 프로그램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코치 프로필 등록 (경력, 자격증, 사진)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수준별 프로그램: 입문 · 초급 · 중급 · 고급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평일 / 주말, 1인 / 2인 요금 차등 설정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프로그램 공개 · 마감 상태 관리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클럽 소속 코치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2801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📝  수강 신청 &amp; 예약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원하는 시간대에 레슨 신청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빈 자리가 없으면 대기 등록 가능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레슨 일정은 캘린더로 한눈에 확인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일정 변경 요청 &amp; 승인 프로세스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빈 슬롯이 없을 때 희망 일정 문의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41605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343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✅  출석 &amp; 결제 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006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레슨별 출석 · 결석 · 지각 기록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월별 결제 내역 관리 (계좌이체 · 현금)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수강 연장 시 카카오 알림톡 안내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코치 전용 관리 페이지 제공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023360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0" y="41605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343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🔍  레슨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8006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지역 · 코치 · 수준 · 요일 · 시간으로 필터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클럽 레슨 프로그램 직접 조회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내가 수강 중인 레슨 모아보기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레슨 관련 문의 &amp; 답변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2037"/>
                </a:solidFill>
                <a:latin typeface="맑은 고딕"/>
              </a:defRPr>
            </a:pPr>
            <a:r>
              <a:t>더 편리하게 사용하는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5603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🤖  AI 도우미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"이번 달 대회 뭐 있어?" 물어보면 검색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"복식 참가 신청할래" 하면 안내 시작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파트너 · 팀원 등록도 대화로 해결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참가 취소도 간편하게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대진표 · 수상 기록 조회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383280" cy="256032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6002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🔔  알림 센터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0574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참가 승인 · 거절 알림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대진표 발표 · 경기 결과 알림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클럽 가입 승인 · 초대 알림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환불 완료 · 문의 답변 알림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카카오 알림톡으로도 수신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383280" cy="256032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41732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6002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💳  간편 결제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0574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대회 참가비 온라인 결제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결제 상태 실시간 확인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관리자 환불 처리 지원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레슨비 결제 기록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2519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👤  마이페이지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892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내 프로필 &amp; 대회 참가 내역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소속 클럽 &amp; 회원 전적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수강 중인 레슨 현황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알림 모아보기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411480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63440" y="42519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434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💬  커뮤니티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892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공지 · 자유 · 정보 · 대회후기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사진 첨부 &amp; 리치 텍스트 작성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댓글 · 좋아요로 소통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카카오톡으로 게시글 공유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411480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425196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434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🏅  수상 기록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92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대회별 수상 내역 자동 저장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우승 · 준우승 · 3위 기록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선수별 · 클럽별 수상 조회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개인 프로필에 자동 연결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2037"/>
                </a:solidFill>
                <a:latin typeface="맑은 고딕"/>
              </a:defRPr>
            </a:pPr>
            <a:r>
              <a:t>⚙️  관리자를 위한 도구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97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맑은 고딕"/>
              </a:defRPr>
            </a:pPr>
            <a:r>
              <a:t>누가 무엇을 할 수 있나요?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651760" cy="118872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65760" cy="3657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최고 관리자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시스템 전체 관리, 다른 관리자 지정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37360"/>
            <a:ext cx="2651760" cy="11887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03320" y="1874519"/>
            <a:ext cx="365760" cy="3657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관리자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대회 개설, 참가자 심사, 대진표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51760" cy="11887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1874519"/>
            <a:ext cx="36576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운영자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자신이 만든 대회만 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737360"/>
            <a:ext cx="2651760" cy="118872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874519"/>
            <a:ext cx="36576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일반 회원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맑은 고딕"/>
              </a:defRPr>
            </a:pPr>
            <a:r>
              <a:t>대회 참가, 클럽 활동, 레슨 수강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29184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342900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6118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🏆  대회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069080"/>
            <a:ext cx="2011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대회 생성 · 수정 · 상태 변경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부서별 설정 &amp; 참가자 심사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대진표 생성 &amp; 결과 입력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수상 기록 관리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329184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94760" y="342900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36118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🎾  클럽 · 레슨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069080"/>
            <a:ext cx="2011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클럽 생성 &amp; 회원 관리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모임 일정 &amp; 경기 결과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코치 등록 &amp; 레슨 프로그램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수강생 출석 &amp; 결제 관리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29184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83680" y="342900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6118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📋  운영 지원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069080"/>
            <a:ext cx="2011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협회 등록 &amp; 담당자 관리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고객 문의 접수 &amp; 답변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FAQ &amp; 사용 가이드 관리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공지사항 &amp; 알림 발송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0" y="329184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2600" y="3429000"/>
            <a:ext cx="457200" cy="3657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36118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맑은 고딕"/>
              </a:defRPr>
            </a:pPr>
            <a:r>
              <a:t>💰  결제 · 환불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069080"/>
            <a:ext cx="2011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참가비 결제 상태 확인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환불 요청 처리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레슨비 결제 현황</a:t>
            </a:r>
          </a:p>
          <a:p>
            <a:pPr>
              <a:spcAft>
                <a:spcPts val="560"/>
              </a:spcAft>
              <a:defRPr sz="1200">
                <a:solidFill>
                  <a:srgbClr val="6B7280"/>
                </a:solidFill>
                <a:latin typeface="맑은 고딕"/>
              </a:defRPr>
            </a:pPr>
            <a:r>
              <a:t>•  결제 내역 조회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맑은 고딕"/>
              </a:defRPr>
            </a:pPr>
            <a:r>
              <a:t>테니스를 더 쉽고, 더 즐겁게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F2037"/>
                </a:solidFill>
                <a:latin typeface="맑은 고딕"/>
              </a:defRPr>
            </a:pPr>
            <a:r>
              <a:t>Tennis-Tab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7280"/>
                </a:solidFill>
                <a:latin typeface="맑은 고딕"/>
              </a:defRPr>
            </a:pPr>
            <a:r>
              <a:t>대회 관리부터 클럽 운영, 레슨, 커뮤니티까지</a:t>
            </a:r>
            <a:br/>
            <a:r>
              <a:t>테니스 생활의 모든 순간을 함께합니다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31920"/>
            <a:ext cx="2377440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20240" y="4023360"/>
            <a:ext cx="73152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맑은 고딕"/>
              </a:defRPr>
            </a:pPr>
            <a:r>
              <a:t>6가지+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63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핵심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대회 · 클럽 · 레슨</a:t>
            </a:r>
            <a:br/>
            <a:r>
              <a:t>커뮤니티 · 알림 · 결제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931920"/>
            <a:ext cx="2377440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0" y="4023360"/>
            <a:ext cx="73152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맑은 고딕"/>
              </a:defRPr>
            </a:pPr>
            <a:r>
              <a:t>다양한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63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경기 형식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단식 · 복식 · 단체전</a:t>
            </a:r>
            <a:br/>
            <a:r>
              <a:t>예선 · 본선 자동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2377440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40880" y="4023360"/>
            <a:ext cx="73152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맑은 고딕"/>
              </a:defRPr>
            </a:pPr>
            <a:r>
              <a:t>실시간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663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알림 시스템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카카오 알림톡</a:t>
            </a:r>
            <a:br/>
            <a:r>
              <a:t>인앱 알림 센터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3931920"/>
            <a:ext cx="2377440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0" y="4023360"/>
            <a:ext cx="731520" cy="365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맑은 고딕"/>
              </a:defRPr>
            </a:pPr>
            <a:r>
              <a:t>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663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  <a:latin typeface="맑은 고딕"/>
              </a:defRPr>
            </a:pPr>
            <a:r>
              <a:t>스마트 도우미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50292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맑은 고딕"/>
              </a:defRPr>
            </a:pPr>
            <a:r>
              <a:t>대화로 대회 검색</a:t>
            </a:r>
            <a:br/>
            <a:r>
              <a:t>참가 신청까지 한번에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